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ระบบตัดสต็อกวัตถุดิบ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เมื่อสอนคอร์สเสร็จ → สต็อกครัวอัพเดทอัตโนมัติ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School CRM v0.18.0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0" y="1097280"/>
            <a:ext cx="640080" cy="91440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1280160"/>
            <a:ext cx="457200" cy="91440"/>
          </a:xfrm>
          <a:prstGeom prst="rect">
            <a:avLst/>
          </a:prstGeom>
          <a:solidFill>
            <a:srgbClr val="C9A34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1463040"/>
            <a:ext cx="274320" cy="91440"/>
          </a:xfrm>
          <a:prstGeom prst="rect">
            <a:avLst/>
          </a:prstGeom>
          <a:solidFill>
            <a:srgbClr val="C9A34E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— วิเคราะห์ความสมเหตุสมผล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จุดแข็ง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6858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23544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Product=catalog · Schedule=instance · Enrollment=student แยกชัดเจน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114800" cy="6858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Safety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prisma.$transaction ห่อทุก operation — rollback อัตโนมัติถ้า step ใดล้มเหลว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4114800" cy="6858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ADR-037: Product as Course Catalog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52344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Product model เป็น course catalog ไม่สร้าง model ซ้อน ประหยัด joins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4114800" cy="6858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0128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Swap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swapUsedAt timestamp — null=ยังไม่ swap, non-null=ใช้แล้ว → 409 clean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จุดที่ต้องระวัง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14800" cy="685800"/>
          </a:xfrm>
          <a:prstGeom prst="rect">
            <a:avLst/>
          </a:prstGeom>
          <a:solidFill>
            <a:srgbClr val="2A1F0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923544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CourseBOM vs RecipeIngredient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161288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 ทำหน้าที่คล้ายกัน — อาจ double-deduct ถ้าไม่ระวัง ควรใช้เส้นทางเดียว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64208"/>
            <a:ext cx="4114800" cy="685800"/>
          </a:xfrm>
          <a:prstGeom prst="rect">
            <a:avLst/>
          </a:prstGeom>
          <a:solidFill>
            <a:srgbClr val="2A1F0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CourseMenu Unique Constraint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@@unique([productId, recipeId]) — สูตรเดิมไม่สามารถอยู่ใน Day1 และ Day2 ของคอร์สเดียวกันได้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59736"/>
            <a:ext cx="4114800" cy="685800"/>
          </a:xfrm>
          <a:prstGeom prst="rect">
            <a:avLst/>
          </a:prstGeom>
          <a:solidFill>
            <a:srgbClr val="2A1F0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514600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 ขาด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752344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Ingredient.unit vs RecipeIngredient.unit ต่างกันได้ แต่ไม่มี conversion factor ใน schema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55264"/>
            <a:ext cx="4114800" cy="685800"/>
          </a:xfrm>
          <a:prstGeom prst="rect">
            <a:avLst/>
          </a:prstGeom>
          <a:solidFill>
            <a:srgbClr val="1F2A0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10128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Stock Deduction 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rollback ป้องกันข้อมูลเสียหาย แต่ไม่มี audit trail ว่าตัดสต็อกเมื่อไหร่เท่าไหร่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สถาปัตยกรรมแข็งแกร่ง เหมาะกับ scale ปัจจุบัน — known gaps มีแผนแก้ใน Phase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ขั้นตอน: คอร์สเสร็จ → สต็อกอัพเดท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1508760" cy="292608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1005840"/>
            <a:ext cx="365760" cy="36576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033272"/>
            <a:ext cx="365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เปิดปฏิทิน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417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ScheduleCalendar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session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ที่จะสอนวันนี้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ข้อมูลที่ดึง: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productId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confirmedStudents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914400"/>
            <a:ext cx="1508760" cy="29260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9" name="Shape 7"/>
          <p:cNvSpPr/>
          <p:nvPr/>
        </p:nvSpPr>
        <p:spPr>
          <a:xfrm>
            <a:off x="2491740" y="1005840"/>
            <a:ext cx="365760" cy="36576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10" name="Text 8"/>
          <p:cNvSpPr/>
          <p:nvPr/>
        </p:nvSpPr>
        <p:spPr>
          <a:xfrm>
            <a:off x="2491740" y="1033272"/>
            <a:ext cx="365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50876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กดปุ่ม Complete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920240"/>
            <a:ext cx="1417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/api/schedules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/[id]/complete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ส่ง: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scheduleId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sessionDate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914400"/>
            <a:ext cx="1508760" cy="2926080"/>
          </a:xfrm>
          <a:prstGeom prst="rect">
            <a:avLst/>
          </a:prstGeom>
          <a:solidFill>
            <a:srgbClr val="223252"/>
          </a:solidFill>
          <a:ln/>
        </p:spPr>
      </p:sp>
      <p:sp>
        <p:nvSpPr>
          <p:cNvPr id="14" name="Shape 12"/>
          <p:cNvSpPr/>
          <p:nvPr/>
        </p:nvSpPr>
        <p:spPr>
          <a:xfrm>
            <a:off x="4183380" y="1005840"/>
            <a:ext cx="365760" cy="36576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15" name="Text 13"/>
          <p:cNvSpPr/>
          <p:nvPr/>
        </p:nvSpPr>
        <p:spPr>
          <a:xfrm>
            <a:off x="4183380" y="1033272"/>
            <a:ext cx="365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50876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ดึงสูตรอาหาร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20240"/>
            <a:ext cx="1417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CourseMenu →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Recipe[]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 1 คอร์ส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มีได้หลาย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 (Recipe)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914400"/>
            <a:ext cx="1508760" cy="2926080"/>
          </a:xfrm>
          <a:prstGeom prst="rect">
            <a:avLst/>
          </a:prstGeom>
          <a:solidFill>
            <a:srgbClr val="26375A"/>
          </a:solidFill>
          <a:ln/>
        </p:spPr>
      </p:sp>
      <p:sp>
        <p:nvSpPr>
          <p:cNvPr id="19" name="Shape 17"/>
          <p:cNvSpPr/>
          <p:nvPr/>
        </p:nvSpPr>
        <p:spPr>
          <a:xfrm>
            <a:off x="5875020" y="1005840"/>
            <a:ext cx="365760" cy="36576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20" name="Text 18"/>
          <p:cNvSpPr/>
          <p:nvPr/>
        </p:nvSpPr>
        <p:spPr>
          <a:xfrm>
            <a:off x="5875020" y="1033272"/>
            <a:ext cx="365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150876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 &amp; ตัดสต็อก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920240"/>
            <a:ext cx="1417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Ingredient: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students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Equipment: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qtyRequired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(ไม่คูณ students)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ทำใน Transaction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914400"/>
            <a:ext cx="1508760" cy="2926080"/>
          </a:xfrm>
          <a:prstGeom prst="rect">
            <a:avLst/>
          </a:prstGeom>
          <a:solidFill>
            <a:srgbClr val="2A3C62"/>
          </a:solidFill>
          <a:ln/>
        </p:spPr>
      </p:sp>
      <p:sp>
        <p:nvSpPr>
          <p:cNvPr id="24" name="Shape 22"/>
          <p:cNvSpPr/>
          <p:nvPr/>
        </p:nvSpPr>
        <p:spPr>
          <a:xfrm>
            <a:off x="7566660" y="1005840"/>
            <a:ext cx="365760" cy="36576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25" name="Text 23"/>
          <p:cNvSpPr/>
          <p:nvPr/>
        </p:nvSpPr>
        <p:spPr>
          <a:xfrm>
            <a:off x="7566660" y="1033272"/>
            <a:ext cx="365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150876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PR อัตโนมัติ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1920240"/>
            <a:ext cx="1417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stock &lt;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minStock →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PurchaseRequest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อัตโนมัติ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endParaRPr lang="en-US" sz="9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PR-YYYYMMDD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37360" y="2377440"/>
            <a:ext cx="182880" cy="0"/>
          </a:xfrm>
          <a:prstGeom prst="line">
            <a:avLst/>
          </a:prstGeom>
          <a:noFill/>
          <a:ln w="25400">
            <a:solidFill>
              <a:srgbClr val="C9A3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377440"/>
            <a:ext cx="182880" cy="0"/>
          </a:xfrm>
          <a:prstGeom prst="line">
            <a:avLst/>
          </a:prstGeom>
          <a:noFill/>
          <a:ln w="25400">
            <a:solidFill>
              <a:srgbClr val="C9A3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2377440"/>
            <a:ext cx="182880" cy="0"/>
          </a:xfrm>
          <a:prstGeom prst="line">
            <a:avLst/>
          </a:prstGeom>
          <a:noFill/>
          <a:ln w="25400">
            <a:solidFill>
              <a:srgbClr val="C9A3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377440"/>
            <a:ext cx="182880" cy="0"/>
          </a:xfrm>
          <a:prstGeom prst="line">
            <a:avLst/>
          </a:prstGeom>
          <a:noFill/>
          <a:ln w="25400">
            <a:solidFill>
              <a:srgbClr val="C9A3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A34E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NFR5: ทุก operation ห่อใน prisma.$transaction — ถ้า step ใดล้มเหลว → rollback ทั้งหมด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ตารางข้อมูลที่เกี่ยวข้องกับการตัดสต็อก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ตารางหลัก (Core Tables)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88136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CourseSchedule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scheduleId, productId, confirmedStudents, status, instructorId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9344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name, days, hours, sessionType — คอร์สที่สอน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93976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0552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recipeId, name, chef, category — สูตรอาหาร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RecipeIngredient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recipeId, ingredientId, qtyPerPerson, unit — ตัดสต็อก × students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74136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ingredientId, currentStock, minStock, unit — สต็อกวัตถุดิบ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02336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94176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RecipeEquipment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recipeId, qtyRequired, currentStock — อุปกรณ์พิเศษ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ตารางเชื่อม (Junction Tables)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411480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088136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CourseMenu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289304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↔ recipeId, dayNumber, sessionSlot — เชื่อมคอร์สกับสูตร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11480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609344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CourseBOM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↔ ingredientId, qtyPerPerson — BOM ระดับคอร์ส (legacy path)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093976"/>
            <a:ext cx="411480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130552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PurchaseRequest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331720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requestId=PR-YYYYMMDD-XXX, scheduleId, status=DRAFT/APPROVED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615184"/>
            <a:ext cx="4114800" cy="475488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PurchaseRequestItem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ingredientId, qtyNeeded, qtyInStock, qtyToBuy — รายการสั่งซื้อ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4114800" cy="77724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611880"/>
            <a:ext cx="39319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สำคัญ: ใช้ RecipeIngredient path เท่านั้น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ห้ามใช้ CourseBOM พร้อมกัน — จะเกิด double-deduction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สูตรคำนวณการตัดสต็อก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256032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64008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🥦 วัตถุดิบ (Ingredient)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576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qty_deducted = qtyPerPerson × confirmedStudents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qtyPerPerson</a:t>
            </a:r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ปริมาณวัตถุดิบต่อนักเรียน 1 คน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confirmedStudents</a:t>
            </a:r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จำนวนนักเรียนที่ยืนยันแล้ว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Ingredient.currentStock -= qty_deducted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6576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ข้าวญี่ปุ่น 0.15 กก./คน × 8 คน = 1.2 กก.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4206240" cy="256032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822960"/>
            <a:ext cx="64008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🔪 อุปกรณ์พิเศษ (RecipeEquipment)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393192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qty_deducted = qtyRequired  (fixed per session)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qtyRequired</a:t>
            </a:r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จำนวนที่ต้องใช้ต่อ 1 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331720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ไม่คูณด้วยจำนวนนักเรียน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542032"/>
            <a:ext cx="3931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RecipeEquipment.currentStock -= qtyRequired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788920"/>
            <a:ext cx="393192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แม่พิมพ์ซูชิ qtyRequired=2 → ตัด 2 ชิ้น เสมอ ไม่ว่าจะมีกี่คน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1A302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เงื่อนไขสร้าง Purchase Request อัตโนมัติ: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58768"/>
            <a:ext cx="8138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หลังตัดสต็อกแล้ว ถ้า Ingredient.currentStock &lt; Ingredient.minStock → สร้าง PurchaseRequest (DRAFT) พร้อม PurchaseRequestItem ทุกรายการที่ต้องซื้อ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51960"/>
            <a:ext cx="8138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Format: PR-YYYYMMDD-001  |  Status flow: DRAFT → APPROVED → ORDERED → RECEIVED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Safety — ความปลอดภัยของข้อมูล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777240"/>
            <a:ext cx="6400800" cy="3931920"/>
          </a:xfrm>
          <a:prstGeom prst="rect">
            <a:avLst/>
          </a:prstGeom>
          <a:solidFill>
            <a:srgbClr val="1A2942"/>
          </a:solidFill>
          <a:ln w="1905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804672"/>
            <a:ext cx="5943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prisma.$transaction( async (tx) =&gt; {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548640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234440"/>
            <a:ext cx="64008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3075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CourseSchedule + Product → recipes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691640"/>
            <a:ext cx="0" cy="274320"/>
          </a:xfrm>
          <a:prstGeom prst="line">
            <a:avLst/>
          </a:prstGeom>
          <a:noFill/>
          <a:ln w="19050">
            <a:solidFill>
              <a:srgbClr val="C9A3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920240"/>
            <a:ext cx="64008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9933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forEach Recipe → forEach RecipeIngredient → UPDATE Ingredient.currentStock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377440"/>
            <a:ext cx="0" cy="274320"/>
          </a:xfrm>
          <a:prstGeom prst="line">
            <a:avLst/>
          </a:prstGeom>
          <a:noFill/>
          <a:ln w="19050">
            <a:solidFill>
              <a:srgbClr val="C9A3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606040"/>
            <a:ext cx="548640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2606040"/>
            <a:ext cx="64008" cy="457200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6791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forEach Recipe → forEach RecipeEquipment → UPDATE currentStock (fixed qty)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3063240"/>
            <a:ext cx="0" cy="274320"/>
          </a:xfrm>
          <a:prstGeom prst="line">
            <a:avLst/>
          </a:prstGeom>
          <a:noFill/>
          <a:ln w="19050">
            <a:solidFill>
              <a:srgbClr val="C9A3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3291840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33649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CHECK: if currentStock &lt; minStock → CREATE PurchaseRequest + Items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749040"/>
            <a:ext cx="0" cy="274320"/>
          </a:xfrm>
          <a:prstGeom prst="line">
            <a:avLst/>
          </a:prstGeom>
          <a:noFill/>
          <a:ln w="19050">
            <a:solidFill>
              <a:srgbClr val="C9A3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977640"/>
            <a:ext cx="64008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4050792"/>
            <a:ext cx="5257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CourseSchedule.status = 'COMPLETED'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3931920" cy="41148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SUCCESS: ทุก step สำเร็จ → commit ทันที สต็อกอัพเดท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572000"/>
            <a:ext cx="3931920" cy="411480"/>
          </a:xfrm>
          <a:prstGeom prst="rect">
            <a:avLst/>
          </a:prstGeom>
          <a:solidFill>
            <a:srgbClr val="2A0F0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FAILURE: step ใดล้มเหลว → rollback ทั้งหมด สต็อกไม่เปลี่ยน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ประเด็นที่รู้แล้ว &amp; แผนแก้ไข (Phase 19)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3200400" cy="347472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ประเด็น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20440" y="777240"/>
            <a:ext cx="2286000" cy="347472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82296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ผลกระทบ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777240"/>
            <a:ext cx="3291840" cy="347472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แผนแก้ (Phase 19)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2004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25296"/>
            <a:ext cx="3108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CourseBOM + RecipeIngredient ทำงานซ้อน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170432"/>
            <a:ext cx="22860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— double-deduct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170432"/>
            <a:ext cx="329184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225296"/>
            <a:ext cx="3200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CourseBOM, migrate ไปใช้ Recipe path เท่านั้น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320040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773936"/>
            <a:ext cx="3108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CourseMenu @@unique ห้าม same recipe ใน 2 วัน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719072"/>
            <a:ext cx="228600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773936"/>
            <a:ext cx="2194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จำกัด multi-day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719072"/>
            <a:ext cx="329184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1773936"/>
            <a:ext cx="3200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dayNumber เข้า unique constraint: [productId, recipeId, dayNumber]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67712"/>
            <a:ext cx="32004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322576"/>
            <a:ext cx="3108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 ไม่มี factor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2267712"/>
            <a:ext cx="22860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322576"/>
            <a:ext cx="2194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manual calculation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267712"/>
            <a:ext cx="329184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2322576"/>
            <a:ext cx="3200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conversionFactor field ใน RecipeIngredient หรือ unit table แยก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16352"/>
            <a:ext cx="320040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871216"/>
            <a:ext cx="3108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Stock Deduction Log (audit trail)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2816352"/>
            <a:ext cx="228600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871216"/>
            <a:ext cx="2194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debug ยาก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2816352"/>
            <a:ext cx="3291840" cy="512064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871216"/>
            <a:ext cx="3200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StockDeductionLog model: scheduleId, ingredientId, qty, deductedAt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364992"/>
            <a:ext cx="32004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419856"/>
            <a:ext cx="3108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null sentinel ไม่ทำงาน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364992"/>
            <a:ext cx="228600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419856"/>
            <a:ext cx="2194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 — cache miss ไม่ใช่ data loss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364992"/>
            <a:ext cx="3291840" cy="512064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3419856"/>
            <a:ext cx="3200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เปลี่ยนเป็น Symbol sentinel หรือ special string '__NULL__'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3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 — ระบบพร้อมใช้งาน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554480"/>
            <a:ext cx="411480" cy="41148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ขั้นตอน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ตั้งแต่กดปุ่ม Complete จนถึง Purchase Request สร้างอัตโนมัติ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411480" cy="41148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prisma.$transaction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— rollback ถ้าล้มเหลว ข้อมูลไม่เสียหาย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411480" cy="411480"/>
          </a:xfrm>
          <a:prstGeom prst="ellipse">
            <a:avLst/>
          </a:prstGeom>
          <a:solidFill>
            <a:srgbClr val="C9A34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อัตโนมัติ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เมื่อสต็อกต่ำกว่า minStock สร้าง PR ทันที ไม่ต้องสั่งเอง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0"/>
          </a:xfrm>
          <a:prstGeom prst="line">
            <a:avLst/>
          </a:prstGeom>
          <a:noFill/>
          <a:ln w="19050">
            <a:solidFill>
              <a:srgbClr val="C9A34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(Phase 19)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Stock Deduction Log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audit trail สำหรับ debugging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CourseMenu unique fix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รองรับ multi-day same recipe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Deprecate CourseBOM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เส้นทางเดียว ไม่ double-deduct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School CRM v0.18.0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ระบบตัดสต็อกวัตถุดิบ — V School CRM v0.18.0</dc:title>
  <dc:subject>PptxGenJS Presentation</dc:subject>
  <dc:creator>V School CRM</dc:creator>
  <cp:lastModifiedBy>V School CRM</cp:lastModifiedBy>
  <cp:revision>1</cp:revision>
  <dcterms:created xsi:type="dcterms:W3CDTF">2026-03-16T07:05:37Z</dcterms:created>
  <dcterms:modified xsi:type="dcterms:W3CDTF">2026-03-16T07:05:37Z</dcterms:modified>
</cp:coreProperties>
</file>